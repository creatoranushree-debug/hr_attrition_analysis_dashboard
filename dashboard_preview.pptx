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C765-5B8B-4293-8A19-603CD8A34FA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E1982-FA40-46E2-920B-BF4EF4DF0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797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C765-5B8B-4293-8A19-603CD8A34FA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E1982-FA40-46E2-920B-BF4EF4DF0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562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C765-5B8B-4293-8A19-603CD8A34FA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E1982-FA40-46E2-920B-BF4EF4DF0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284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C765-5B8B-4293-8A19-603CD8A34FA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E1982-FA40-46E2-920B-BF4EF4DF0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915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C765-5B8B-4293-8A19-603CD8A34FA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E1982-FA40-46E2-920B-BF4EF4DF0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849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C765-5B8B-4293-8A19-603CD8A34FA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E1982-FA40-46E2-920B-BF4EF4DF0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037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C765-5B8B-4293-8A19-603CD8A34FA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E1982-FA40-46E2-920B-BF4EF4DF0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332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C765-5B8B-4293-8A19-603CD8A34FA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E1982-FA40-46E2-920B-BF4EF4DF0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126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C765-5B8B-4293-8A19-603CD8A34FA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E1982-FA40-46E2-920B-BF4EF4DF0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930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C765-5B8B-4293-8A19-603CD8A34FA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E1982-FA40-46E2-920B-BF4EF4DF0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56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C765-5B8B-4293-8A19-603CD8A34FA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E1982-FA40-46E2-920B-BF4EF4DF0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879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1C765-5B8B-4293-8A19-603CD8A34FA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E1982-FA40-46E2-920B-BF4EF4DF0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781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20" y="1764686"/>
            <a:ext cx="7087805" cy="39868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7796" y="2002430"/>
            <a:ext cx="7080692" cy="485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713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97" y="155447"/>
            <a:ext cx="11949371" cy="649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628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1</cp:revision>
  <dcterms:created xsi:type="dcterms:W3CDTF">2026-09-16T09:34:59Z</dcterms:created>
  <dcterms:modified xsi:type="dcterms:W3CDTF">2026-09-16T09:35:46Z</dcterms:modified>
</cp:coreProperties>
</file>